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9F6E-0C6B-4512-B548-D93007BC4BCD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544A5-AFD5-48CE-B6EE-C7F1F824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866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9F6E-0C6B-4512-B548-D93007BC4BCD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544A5-AFD5-48CE-B6EE-C7F1F824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789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9F6E-0C6B-4512-B548-D93007BC4BCD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544A5-AFD5-48CE-B6EE-C7F1F824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861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9F6E-0C6B-4512-B548-D93007BC4BCD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544A5-AFD5-48CE-B6EE-C7F1F824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9918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9F6E-0C6B-4512-B548-D93007BC4BCD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544A5-AFD5-48CE-B6EE-C7F1F824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9536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9F6E-0C6B-4512-B548-D93007BC4BCD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544A5-AFD5-48CE-B6EE-C7F1F824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8150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9F6E-0C6B-4512-B548-D93007BC4BCD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544A5-AFD5-48CE-B6EE-C7F1F824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472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9F6E-0C6B-4512-B548-D93007BC4BCD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544A5-AFD5-48CE-B6EE-C7F1F824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5408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9F6E-0C6B-4512-B548-D93007BC4BCD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544A5-AFD5-48CE-B6EE-C7F1F824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1612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9F6E-0C6B-4512-B548-D93007BC4BCD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544A5-AFD5-48CE-B6EE-C7F1F824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0681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9F6E-0C6B-4512-B548-D93007BC4BCD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544A5-AFD5-48CE-B6EE-C7F1F824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1458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99F6E-0C6B-4512-B548-D93007BC4BCD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544A5-AFD5-48CE-B6EE-C7F1F824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480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l="103" t="46101" r="-103" b="25566"/>
          <a:stretch/>
        </p:blipFill>
        <p:spPr>
          <a:xfrm>
            <a:off x="2303584" y="1890347"/>
            <a:ext cx="8499231" cy="1688124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2127738" y="158261"/>
            <a:ext cx="67596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 smtClean="0"/>
              <a:t>改變</a:t>
            </a:r>
            <a:r>
              <a:rPr lang="en-US" altLang="zh-TW" sz="4000" dirty="0" smtClean="0"/>
              <a:t>COM PORT</a:t>
            </a:r>
            <a:r>
              <a:rPr lang="zh-TW" altLang="en-US" sz="4000" dirty="0" smtClean="0"/>
              <a:t>的</a:t>
            </a:r>
            <a:r>
              <a:rPr lang="en-US" altLang="zh-TW" sz="4000" dirty="0" smtClean="0"/>
              <a:t>Latency Time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774234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3229" y="1690688"/>
            <a:ext cx="4362450" cy="391477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108331" y="4097215"/>
            <a:ext cx="1477107" cy="4659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4510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Latency </a:t>
            </a:r>
            <a:r>
              <a:rPr lang="zh-TW" altLang="en-US" dirty="0" smtClean="0"/>
              <a:t>改為</a:t>
            </a:r>
            <a:r>
              <a:rPr lang="en-US" altLang="zh-TW" dirty="0" smtClean="0"/>
              <a:t>1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8076" y="1999578"/>
            <a:ext cx="2752725" cy="8382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838200" y="3596026"/>
            <a:ext cx="8268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用程式方式去設定</a:t>
            </a:r>
            <a:r>
              <a:rPr lang="zh-TW" altLang="en-US" dirty="0"/>
              <a:t>Latenc</a:t>
            </a:r>
            <a:r>
              <a:rPr lang="zh-TW" altLang="en-US" dirty="0" smtClean="0"/>
              <a:t>y請參考此份</a:t>
            </a:r>
            <a:r>
              <a:rPr lang="en-US" altLang="zh-TW" dirty="0" smtClean="0"/>
              <a:t>PPT: </a:t>
            </a:r>
            <a:r>
              <a:rPr lang="zh-TW" altLang="en-US" dirty="0" smtClean="0"/>
              <a:t>LabVIEW </a:t>
            </a:r>
            <a:r>
              <a:rPr lang="zh-TW" altLang="en-US" dirty="0"/>
              <a:t>Set FTDI LatencyTimer說明.pptx</a:t>
            </a:r>
          </a:p>
        </p:txBody>
      </p:sp>
    </p:spTree>
    <p:extLst>
      <p:ext uri="{BB962C8B-B14F-4D97-AF65-F5344CB8AC3E}">
        <p14:creationId xmlns:p14="http://schemas.microsoft.com/office/powerpoint/2010/main" val="1291391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51</Words>
  <Application>Microsoft Office PowerPoint</Application>
  <PresentationFormat>寬螢幕</PresentationFormat>
  <Paragraphs>3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Latency 改為1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Eric</dc:creator>
  <cp:lastModifiedBy>Eric</cp:lastModifiedBy>
  <cp:revision>2</cp:revision>
  <dcterms:created xsi:type="dcterms:W3CDTF">2023-05-08T07:14:57Z</dcterms:created>
  <dcterms:modified xsi:type="dcterms:W3CDTF">2023-10-04T02:22:46Z</dcterms:modified>
</cp:coreProperties>
</file>