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87731-D635-4DDE-B871-1ABB6F767587}" type="datetimeFigureOut">
              <a:rPr lang="zh-TW" altLang="en-US" smtClean="0"/>
              <a:t>2023/10/4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72655-CA68-43E2-9FE5-AE5E27FDAA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3414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87731-D635-4DDE-B871-1ABB6F767587}" type="datetimeFigureOut">
              <a:rPr lang="zh-TW" altLang="en-US" smtClean="0"/>
              <a:t>2023/10/4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72655-CA68-43E2-9FE5-AE5E27FDAA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9373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87731-D635-4DDE-B871-1ABB6F767587}" type="datetimeFigureOut">
              <a:rPr lang="zh-TW" altLang="en-US" smtClean="0"/>
              <a:t>2023/10/4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72655-CA68-43E2-9FE5-AE5E27FDAA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7560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87731-D635-4DDE-B871-1ABB6F767587}" type="datetimeFigureOut">
              <a:rPr lang="zh-TW" altLang="en-US" smtClean="0"/>
              <a:t>2023/10/4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72655-CA68-43E2-9FE5-AE5E27FDAA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366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87731-D635-4DDE-B871-1ABB6F767587}" type="datetimeFigureOut">
              <a:rPr lang="zh-TW" altLang="en-US" smtClean="0"/>
              <a:t>2023/10/4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72655-CA68-43E2-9FE5-AE5E27FDAA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4665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87731-D635-4DDE-B871-1ABB6F767587}" type="datetimeFigureOut">
              <a:rPr lang="zh-TW" altLang="en-US" smtClean="0"/>
              <a:t>2023/10/4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72655-CA68-43E2-9FE5-AE5E27FDAA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6494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87731-D635-4DDE-B871-1ABB6F767587}" type="datetimeFigureOut">
              <a:rPr lang="zh-TW" altLang="en-US" smtClean="0"/>
              <a:t>2023/10/4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72655-CA68-43E2-9FE5-AE5E27FDAA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8697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87731-D635-4DDE-B871-1ABB6F767587}" type="datetimeFigureOut">
              <a:rPr lang="zh-TW" altLang="en-US" smtClean="0"/>
              <a:t>2023/10/4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72655-CA68-43E2-9FE5-AE5E27FDAA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6682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87731-D635-4DDE-B871-1ABB6F767587}" type="datetimeFigureOut">
              <a:rPr lang="zh-TW" altLang="en-US" smtClean="0"/>
              <a:t>2023/10/4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72655-CA68-43E2-9FE5-AE5E27FDAA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980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87731-D635-4DDE-B871-1ABB6F767587}" type="datetimeFigureOut">
              <a:rPr lang="zh-TW" altLang="en-US" smtClean="0"/>
              <a:t>2023/10/4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72655-CA68-43E2-9FE5-AE5E27FDAA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1739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87731-D635-4DDE-B871-1ABB6F767587}" type="datetimeFigureOut">
              <a:rPr lang="zh-TW" altLang="en-US" smtClean="0"/>
              <a:t>2023/10/4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72655-CA68-43E2-9FE5-AE5E27FDAA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3560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487731-D635-4DDE-B871-1ABB6F767587}" type="datetimeFigureOut">
              <a:rPr lang="zh-TW" altLang="en-US" smtClean="0"/>
              <a:t>2023/10/4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72655-CA68-43E2-9FE5-AE5E27FDAA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500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LabVIEW</a:t>
            </a:r>
            <a:r>
              <a:rPr lang="zh-TW" altLang="en-US" b="1" dirty="0"/>
              <a:t>直接</a:t>
            </a:r>
            <a:r>
              <a:rPr lang="en-US" altLang="zh-TW" b="1" dirty="0"/>
              <a:t>build</a:t>
            </a:r>
            <a:r>
              <a:rPr lang="zh-TW" altLang="en-US" b="1" dirty="0"/>
              <a:t>有管理員權限</a:t>
            </a:r>
            <a:r>
              <a:rPr lang="en-US" altLang="zh-TW" b="1" dirty="0"/>
              <a:t>(Administrator)</a:t>
            </a:r>
            <a:r>
              <a:rPr lang="zh-TW" altLang="en-US" b="1" dirty="0"/>
              <a:t>的執行檔</a:t>
            </a:r>
            <a:r>
              <a:rPr lang="en-US" altLang="zh-TW" b="1" dirty="0"/>
              <a:t>(exe)</a:t>
            </a:r>
            <a:br>
              <a:rPr lang="en-US" altLang="zh-TW" b="1" dirty="0"/>
            </a:b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參考來源</a:t>
            </a:r>
            <a:r>
              <a:rPr lang="en-US" altLang="zh-TW" dirty="0" smtClean="0"/>
              <a:t>:</a:t>
            </a:r>
          </a:p>
          <a:p>
            <a:pPr marL="0" indent="0">
              <a:buNone/>
            </a:pPr>
            <a:r>
              <a:rPr lang="en-US" altLang="zh-TW" dirty="0" smtClean="0"/>
              <a:t>https</a:t>
            </a:r>
            <a:r>
              <a:rPr lang="en-US" altLang="zh-TW" dirty="0"/>
              <a:t>://medium.com/@pohanliao_51051/labview-%E7%9B%B4%E6%8E%A5build%E6%9C%89%E7%AE%A1%E7%90%86%E5%93%A1%E6%AC%8A%E9%99%90-administrator-%E7%9A%84%E5%9F%B7%E8%A1%8C%E6%AA%94-exe-cb9c6a55a905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48049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5508" y="-193430"/>
            <a:ext cx="11772900" cy="1441938"/>
          </a:xfrm>
        </p:spPr>
        <p:txBody>
          <a:bodyPr>
            <a:normAutofit/>
          </a:bodyPr>
          <a:lstStyle/>
          <a:p>
            <a:r>
              <a:rPr lang="en-US" altLang="zh-TW" sz="3600" dirty="0" smtClean="0"/>
              <a:t>1.</a:t>
            </a:r>
            <a:r>
              <a:rPr lang="zh-TW" altLang="en-US" sz="3600" dirty="0" smtClean="0"/>
              <a:t>首先</a:t>
            </a:r>
            <a:r>
              <a:rPr lang="zh-TW" altLang="en-US" sz="3600" dirty="0"/>
              <a:t>按右鍵新增一個</a:t>
            </a:r>
            <a:r>
              <a:rPr lang="en-US" altLang="zh-TW" sz="3600" dirty="0"/>
              <a:t>TXT</a:t>
            </a:r>
            <a:r>
              <a:rPr lang="zh-TW" altLang="en-US" sz="3600" dirty="0"/>
              <a:t>檔案，並在裡面寫入以下內容</a:t>
            </a:r>
            <a:br>
              <a:rPr lang="zh-TW" altLang="en-US" sz="3600" dirty="0"/>
            </a:br>
            <a:endParaRPr lang="zh-TW" altLang="en-US" sz="36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1705707" y="948690"/>
            <a:ext cx="901211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&lt;?xml version="1.0" encoding="UTF-8" standalone="yes"?&gt;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&lt;assembly </a:t>
            </a:r>
            <a:r>
              <a:rPr lang="en-US" altLang="zh-TW" dirty="0" err="1" smtClean="0"/>
              <a:t>xmlns</a:t>
            </a:r>
            <a:r>
              <a:rPr lang="en-US" altLang="zh-TW" dirty="0" smtClean="0"/>
              <a:t>="urn:schemas-microsoft-com:asm.v1" </a:t>
            </a:r>
            <a:r>
              <a:rPr lang="en-US" altLang="zh-TW" dirty="0" err="1" smtClean="0"/>
              <a:t>manifestVersion</a:t>
            </a:r>
            <a:r>
              <a:rPr lang="en-US" altLang="zh-TW" dirty="0" smtClean="0"/>
              <a:t>="1.0"&gt;</a:t>
            </a:r>
          </a:p>
          <a:p>
            <a:r>
              <a:rPr lang="en-US" altLang="zh-TW" dirty="0" smtClean="0"/>
              <a:t>	&lt;</a:t>
            </a:r>
            <a:r>
              <a:rPr lang="en-US" altLang="zh-TW" dirty="0" err="1" smtClean="0"/>
              <a:t>assemblyIdentity</a:t>
            </a:r>
            <a:r>
              <a:rPr lang="en-US" altLang="zh-TW" dirty="0" smtClean="0"/>
              <a:t> version="1.0.0.0"</a:t>
            </a:r>
          </a:p>
          <a:p>
            <a:r>
              <a:rPr lang="en-US" altLang="zh-TW" dirty="0" smtClean="0"/>
              <a:t>		</a:t>
            </a:r>
            <a:r>
              <a:rPr lang="en-US" altLang="zh-TW" dirty="0" err="1" smtClean="0"/>
              <a:t>processorArchitecture</a:t>
            </a:r>
            <a:r>
              <a:rPr lang="en-US" altLang="zh-TW" dirty="0" smtClean="0"/>
              <a:t>="X86"</a:t>
            </a:r>
          </a:p>
          <a:p>
            <a:r>
              <a:rPr lang="en-US" altLang="zh-TW" dirty="0" smtClean="0"/>
              <a:t>		name=“</a:t>
            </a:r>
            <a:r>
              <a:rPr lang="zh-TW" altLang="en-US" dirty="0" smtClean="0"/>
              <a:t>你的程式名稱</a:t>
            </a:r>
            <a:r>
              <a:rPr lang="en-US" altLang="zh-TW" dirty="0" smtClean="0"/>
              <a:t>.exe"</a:t>
            </a:r>
          </a:p>
          <a:p>
            <a:r>
              <a:rPr lang="en-US" altLang="zh-TW" dirty="0" smtClean="0"/>
              <a:t>		type="win32"/&gt;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  &lt;!-- Identify the application security requirements. --&gt;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	&lt;</a:t>
            </a:r>
            <a:r>
              <a:rPr lang="en-US" altLang="zh-TW" dirty="0" err="1" smtClean="0"/>
              <a:t>trustInfo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xmlns</a:t>
            </a:r>
            <a:r>
              <a:rPr lang="en-US" altLang="zh-TW" dirty="0" smtClean="0"/>
              <a:t>="urn:schemas-microsoft-com:asm.v2"&gt;</a:t>
            </a:r>
          </a:p>
          <a:p>
            <a:r>
              <a:rPr lang="en-US" altLang="zh-TW" dirty="0" smtClean="0"/>
              <a:t>		&lt;security&gt;</a:t>
            </a:r>
          </a:p>
          <a:p>
            <a:r>
              <a:rPr lang="en-US" altLang="zh-TW" dirty="0" smtClean="0"/>
              <a:t>			&lt;</a:t>
            </a:r>
            <a:r>
              <a:rPr lang="en-US" altLang="zh-TW" dirty="0" err="1" smtClean="0"/>
              <a:t>requestedPrivileges</a:t>
            </a:r>
            <a:r>
              <a:rPr lang="en-US" altLang="zh-TW" dirty="0" smtClean="0"/>
              <a:t>&gt;</a:t>
            </a:r>
          </a:p>
          <a:p>
            <a:r>
              <a:rPr lang="en-US" altLang="zh-TW" dirty="0" smtClean="0"/>
              <a:t>				&lt;</a:t>
            </a:r>
            <a:r>
              <a:rPr lang="en-US" altLang="zh-TW" dirty="0" err="1" smtClean="0"/>
              <a:t>requestedExecutionLevel</a:t>
            </a:r>
            <a:endParaRPr lang="en-US" altLang="zh-TW" dirty="0" smtClean="0"/>
          </a:p>
          <a:p>
            <a:r>
              <a:rPr lang="en-US" altLang="zh-TW" dirty="0" smtClean="0"/>
              <a:t>					level="</a:t>
            </a:r>
            <a:r>
              <a:rPr lang="en-US" altLang="zh-TW" dirty="0" err="1" smtClean="0"/>
              <a:t>requireAdministrator</a:t>
            </a:r>
            <a:r>
              <a:rPr lang="en-US" altLang="zh-TW" dirty="0" smtClean="0"/>
              <a:t>"</a:t>
            </a:r>
          </a:p>
          <a:p>
            <a:r>
              <a:rPr lang="en-US" altLang="zh-TW" dirty="0" smtClean="0"/>
              <a:t>					</a:t>
            </a:r>
            <a:r>
              <a:rPr lang="en-US" altLang="zh-TW" dirty="0" err="1" smtClean="0"/>
              <a:t>uiAccess</a:t>
            </a:r>
            <a:r>
              <a:rPr lang="en-US" altLang="zh-TW" dirty="0" smtClean="0"/>
              <a:t>="false"/&gt;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			&lt;/</a:t>
            </a:r>
            <a:r>
              <a:rPr lang="en-US" altLang="zh-TW" dirty="0" err="1" smtClean="0"/>
              <a:t>requestedPrivileges</a:t>
            </a:r>
            <a:r>
              <a:rPr lang="en-US" altLang="zh-TW" dirty="0" smtClean="0"/>
              <a:t>&gt;</a:t>
            </a:r>
          </a:p>
          <a:p>
            <a:r>
              <a:rPr lang="en-US" altLang="zh-TW" dirty="0" smtClean="0"/>
              <a:t>		&lt;/security&gt;</a:t>
            </a:r>
          </a:p>
          <a:p>
            <a:r>
              <a:rPr lang="en-US" altLang="zh-TW" dirty="0" smtClean="0"/>
              <a:t>	&lt;/</a:t>
            </a:r>
            <a:r>
              <a:rPr lang="en-US" altLang="zh-TW" dirty="0" err="1" smtClean="0"/>
              <a:t>trustInfo</a:t>
            </a:r>
            <a:r>
              <a:rPr lang="en-US" altLang="zh-TW" dirty="0" smtClean="0"/>
              <a:t>&gt;</a:t>
            </a:r>
          </a:p>
          <a:p>
            <a:r>
              <a:rPr lang="en-US" altLang="zh-TW" dirty="0" smtClean="0"/>
              <a:t>&lt;/assembly&gt;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33572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 </a:t>
            </a:r>
            <a:r>
              <a:rPr lang="zh-TW" altLang="en-US" dirty="0"/>
              <a:t>把檔名改成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40667"/>
          </a:xfrm>
        </p:spPr>
        <p:txBody>
          <a:bodyPr/>
          <a:lstStyle/>
          <a:p>
            <a:r>
              <a:rPr lang="zh-TW" altLang="en-US" dirty="0"/>
              <a:t>你的程式</a:t>
            </a:r>
            <a:r>
              <a:rPr lang="zh-TW" altLang="en-US" dirty="0" smtClean="0"/>
              <a:t>名稱</a:t>
            </a:r>
            <a:r>
              <a:rPr lang="en-US" altLang="zh-TW" dirty="0" smtClean="0"/>
              <a:t>.</a:t>
            </a:r>
            <a:r>
              <a:rPr lang="en-US" altLang="zh-TW" dirty="0" err="1"/>
              <a:t>exe.manifest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53778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79131"/>
            <a:ext cx="12192000" cy="1611557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3. </a:t>
            </a:r>
            <a:r>
              <a:rPr lang="zh-TW" altLang="en-US" dirty="0"/>
              <a:t>接著在</a:t>
            </a:r>
            <a:r>
              <a:rPr lang="en-US" altLang="zh-TW" dirty="0"/>
              <a:t>LabVIEW build</a:t>
            </a:r>
            <a:r>
              <a:rPr lang="zh-TW" altLang="en-US" dirty="0"/>
              <a:t>執行檔的</a:t>
            </a:r>
            <a:r>
              <a:rPr lang="en-US" altLang="zh-TW" dirty="0"/>
              <a:t>Properties &gt; </a:t>
            </a:r>
            <a:r>
              <a:rPr lang="zh-TW" altLang="en-US" dirty="0"/>
              <a:t>左邊</a:t>
            </a:r>
            <a:r>
              <a:rPr lang="en-US" altLang="zh-TW" dirty="0"/>
              <a:t>Windows Security</a:t>
            </a:r>
            <a:r>
              <a:rPr lang="zh-TW" altLang="en-US" dirty="0"/>
              <a:t>，把</a:t>
            </a:r>
            <a:r>
              <a:rPr lang="en-US" altLang="zh-TW" dirty="0"/>
              <a:t>Embed manifest file</a:t>
            </a:r>
            <a:r>
              <a:rPr lang="zh-TW" altLang="en-US" dirty="0"/>
              <a:t>打勾，並選擇你剛剛新增的檔案。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8354" y="1808040"/>
            <a:ext cx="7150499" cy="4715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895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1382" y="490295"/>
            <a:ext cx="8703349" cy="636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227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210</Words>
  <Application>Microsoft Office PowerPoint</Application>
  <PresentationFormat>寬螢幕</PresentationFormat>
  <Paragraphs>28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新細明體</vt:lpstr>
      <vt:lpstr>Arial</vt:lpstr>
      <vt:lpstr>Calibri</vt:lpstr>
      <vt:lpstr>Calibri Light</vt:lpstr>
      <vt:lpstr>Office 佈景主題</vt:lpstr>
      <vt:lpstr>LabVIEW直接build有管理員權限(Administrator)的執行檔(exe) </vt:lpstr>
      <vt:lpstr>1.首先按右鍵新增一個TXT檔案，並在裡面寫入以下內容 </vt:lpstr>
      <vt:lpstr>2. 把檔名改成</vt:lpstr>
      <vt:lpstr>3. 接著在LabVIEW build執行檔的Properties &gt; 左邊Windows Security，把Embed manifest file打勾，並選擇你剛剛新增的檔案。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1.首先按右鍵新增一個TXT檔案，並在裡面寫入以下內容 </dc:title>
  <dc:creator>Eric</dc:creator>
  <cp:lastModifiedBy>Eric</cp:lastModifiedBy>
  <cp:revision>5</cp:revision>
  <dcterms:created xsi:type="dcterms:W3CDTF">2023-05-19T02:02:02Z</dcterms:created>
  <dcterms:modified xsi:type="dcterms:W3CDTF">2023-10-04T01:58:07Z</dcterms:modified>
</cp:coreProperties>
</file>