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839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429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415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049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361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718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58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46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031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733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21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98BE1-AC4B-4CB6-9C74-062574ECB450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9AA38-C180-4EF8-A7ED-D847183E02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85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ctrTitle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4600" dirty="0">
                <a:solidFill>
                  <a:srgbClr val="00B2B3"/>
                </a:solidFill>
              </a:rPr>
              <a:t>LabVIEW </a:t>
            </a:r>
            <a:r>
              <a:rPr lang="zh-TW" altLang="en-US" sz="4600" dirty="0">
                <a:solidFill>
                  <a:srgbClr val="00B2B3"/>
                </a:solidFill>
              </a:rPr>
              <a:t>自動設定</a:t>
            </a:r>
            <a:endParaRPr lang="en-US" altLang="zh-TW" sz="4600" dirty="0">
              <a:solidFill>
                <a:srgbClr val="00B2B3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TW" sz="4600" dirty="0">
                <a:solidFill>
                  <a:srgbClr val="00B2B3"/>
                </a:solidFill>
              </a:rPr>
              <a:t>FTDI</a:t>
            </a:r>
            <a:r>
              <a:rPr lang="zh-TW" altLang="en-US" sz="4600" dirty="0">
                <a:solidFill>
                  <a:srgbClr val="00B2B3"/>
                </a:solidFill>
              </a:rPr>
              <a:t>裝置的 </a:t>
            </a:r>
            <a:r>
              <a:rPr lang="en-US" altLang="zh-TW" sz="4600" dirty="0" err="1">
                <a:solidFill>
                  <a:srgbClr val="00B2B3"/>
                </a:solidFill>
              </a:rPr>
              <a:t>LatencyTimer</a:t>
            </a:r>
            <a:endParaRPr lang="en-US" altLang="zh-TW" sz="4600" dirty="0">
              <a:solidFill>
                <a:srgbClr val="00B2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586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802" y="726587"/>
            <a:ext cx="92484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661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976" y="612286"/>
            <a:ext cx="11383444" cy="483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4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0624"/>
          <a:stretch/>
        </p:blipFill>
        <p:spPr>
          <a:xfrm>
            <a:off x="918124" y="726585"/>
            <a:ext cx="9746945" cy="586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77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</Words>
  <Application>Microsoft Office PowerPoint</Application>
  <PresentationFormat>寬螢幕</PresentationFormat>
  <Paragraphs>2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微軟正黑體</vt:lpstr>
      <vt:lpstr>新細明體</vt:lpstr>
      <vt:lpstr>Arial</vt:lpstr>
      <vt:lpstr>Calibri</vt:lpstr>
      <vt:lpstr>Calibri Light</vt:lpstr>
      <vt:lpstr>Office 佈景主題</vt:lpstr>
      <vt:lpstr>LabVIEW 自動設定 FTDI裝置的 LatencyTimer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LabVIEW 自動設定 FTDI裝置的 LatencyTimer</dc:title>
  <dc:creator>Eric</dc:creator>
  <cp:lastModifiedBy>Eric</cp:lastModifiedBy>
  <cp:revision>3</cp:revision>
  <dcterms:created xsi:type="dcterms:W3CDTF">2023-10-04T02:09:16Z</dcterms:created>
  <dcterms:modified xsi:type="dcterms:W3CDTF">2023-12-01T02:08:25Z</dcterms:modified>
</cp:coreProperties>
</file>